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4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3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4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5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2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9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3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4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02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0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3848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6224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25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2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7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286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4400" dirty="0" err="1"/>
              <a:t>Blink</a:t>
            </a:r>
            <a:r>
              <a:rPr lang="en-US" sz="4400" dirty="0" err="1"/>
              <a:t>I</a:t>
            </a:r>
            <a:r>
              <a:rPr sz="4400" dirty="0" err="1"/>
              <a:t>t</a:t>
            </a:r>
            <a:r>
              <a:rPr sz="4400" dirty="0"/>
              <a:t> Retail Sales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336972" cy="3880773"/>
          </a:xfrm>
        </p:spPr>
        <p:txBody>
          <a:bodyPr>
            <a:normAutofit/>
          </a:bodyPr>
          <a:lstStyle/>
          <a:p>
            <a:r>
              <a:rPr sz="2400" dirty="0"/>
              <a:t>Domain: Retail Analytics | Business Intelligence | Sales Performance Analysis</a:t>
            </a:r>
          </a:p>
          <a:p>
            <a:r>
              <a:rPr sz="2400" dirty="0"/>
              <a:t>Purpose: Analyze </a:t>
            </a:r>
            <a:r>
              <a:rPr sz="2400" dirty="0" err="1"/>
              <a:t>Blinkit</a:t>
            </a:r>
            <a:r>
              <a:rPr sz="2400" dirty="0"/>
              <a:t> retail sales data to identify product performance, outlet efficiency, and revenue drivers.</a:t>
            </a:r>
            <a:endParaRPr lang="en-US" sz="2400" dirty="0"/>
          </a:p>
          <a:p>
            <a:r>
              <a:rPr lang="en-IN" sz="2400" dirty="0"/>
              <a:t>DESIGNED BY ;- WANI UMER (DATA ANALYST)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859487" cy="3880773"/>
          </a:xfrm>
        </p:spPr>
        <p:txBody>
          <a:bodyPr>
            <a:normAutofit/>
          </a:bodyPr>
          <a:lstStyle/>
          <a:p>
            <a:r>
              <a:rPr sz="2800"/>
              <a:t>Analyze Blinkit retail sales data</a:t>
            </a:r>
          </a:p>
          <a:p>
            <a:r>
              <a:rPr sz="2800"/>
              <a:t>Identify product and outlet performance</a:t>
            </a:r>
          </a:p>
          <a:p>
            <a:r>
              <a:rPr sz="2800"/>
              <a:t>Understand customer purchasing patterns</a:t>
            </a:r>
          </a:p>
          <a:p>
            <a:r>
              <a:rPr sz="2800"/>
              <a:t>Build an interactive analytics dashboard</a:t>
            </a:r>
          </a:p>
          <a:p>
            <a:r>
              <a:rPr sz="2800"/>
              <a:t>Support inventory and expansion strategy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3138"/>
          </a:xfrm>
        </p:spPr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>
            <a:normAutofit fontScale="92500" lnSpcReduction="10000"/>
          </a:bodyPr>
          <a:lstStyle/>
          <a:p>
            <a:r>
              <a:rPr sz="2800"/>
              <a:t>Identify products driving revenue</a:t>
            </a:r>
          </a:p>
          <a:p>
            <a:r>
              <a:rPr sz="2800"/>
              <a:t>Evaluate most profitable outlet formats</a:t>
            </a:r>
          </a:p>
          <a:p>
            <a:r>
              <a:rPr sz="2800"/>
              <a:t>Compare sales performance across locations</a:t>
            </a:r>
          </a:p>
          <a:p>
            <a:r>
              <a:rPr sz="2800"/>
              <a:t>Detect inefficient inventory complexity</a:t>
            </a:r>
          </a:p>
          <a:p>
            <a:r>
              <a:rPr sz="2800"/>
              <a:t>Discover growth opportunities using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217230" cy="3880773"/>
          </a:xfrm>
        </p:spPr>
        <p:txBody>
          <a:bodyPr>
            <a:normAutofit/>
          </a:bodyPr>
          <a:lstStyle/>
          <a:p>
            <a:r>
              <a:rPr sz="2800"/>
              <a:t>Retail transactional dataset</a:t>
            </a:r>
          </a:p>
          <a:p>
            <a:r>
              <a:rPr sz="2800"/>
              <a:t>Key attributes: Item Type, MRP, Visibility</a:t>
            </a:r>
          </a:p>
          <a:p>
            <a:r>
              <a:rPr sz="2800"/>
              <a:t>Outlet attributes: Size, Type, Location Tier</a:t>
            </a:r>
          </a:p>
          <a:p>
            <a:r>
              <a:rPr sz="2800"/>
              <a:t>Customer ratings included</a:t>
            </a:r>
          </a:p>
          <a:p>
            <a:r>
              <a:rPr sz="2800"/>
              <a:t>Target metric: Item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8088087" cy="3880773"/>
          </a:xfrm>
        </p:spPr>
        <p:txBody>
          <a:bodyPr>
            <a:normAutofit/>
          </a:bodyPr>
          <a:lstStyle/>
          <a:p>
            <a:r>
              <a:rPr sz="2800"/>
              <a:t>Handled missing values in Item Weight</a:t>
            </a:r>
          </a:p>
          <a:p>
            <a:r>
              <a:rPr sz="2800"/>
              <a:t>Standardized fat content labels</a:t>
            </a:r>
          </a:p>
          <a:p>
            <a:r>
              <a:rPr sz="2800"/>
              <a:t>Validated outlet identifiers</a:t>
            </a:r>
          </a:p>
          <a:p>
            <a:r>
              <a:rPr sz="2800"/>
              <a:t>Removed duplicates</a:t>
            </a:r>
          </a:p>
          <a:p>
            <a:r>
              <a:rPr sz="2800"/>
              <a:t>Aggregated sales by category and outlet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543801" cy="3880773"/>
          </a:xfrm>
        </p:spPr>
        <p:txBody>
          <a:bodyPr>
            <a:normAutofit/>
          </a:bodyPr>
          <a:lstStyle/>
          <a:p>
            <a:r>
              <a:rPr sz="3200" dirty="0"/>
              <a:t>Pivot table based analytical model</a:t>
            </a:r>
          </a:p>
          <a:p>
            <a:r>
              <a:rPr sz="3200" dirty="0"/>
              <a:t>Item Type → Sales contribution</a:t>
            </a:r>
          </a:p>
          <a:p>
            <a:r>
              <a:rPr sz="3200" dirty="0"/>
              <a:t>Outlet Size → Revenue distribution</a:t>
            </a:r>
          </a:p>
          <a:p>
            <a:r>
              <a:rPr sz="3200" dirty="0"/>
              <a:t>Location Tier → Sales comparison</a:t>
            </a:r>
          </a:p>
          <a:p>
            <a:r>
              <a:rPr sz="3200" dirty="0"/>
              <a:t>Outlet Type → Operational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/>
              <a:t>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685315" cy="3880773"/>
          </a:xfrm>
        </p:spPr>
        <p:txBody>
          <a:bodyPr>
            <a:normAutofit/>
          </a:bodyPr>
          <a:lstStyle/>
          <a:p>
            <a:r>
              <a:rPr sz="3200" dirty="0"/>
              <a:t>Data Cleaning &amp; Transformation</a:t>
            </a:r>
          </a:p>
          <a:p>
            <a:r>
              <a:rPr sz="3200" dirty="0"/>
              <a:t>Pivot Table Aggregations</a:t>
            </a:r>
          </a:p>
          <a:p>
            <a:r>
              <a:rPr sz="3200" dirty="0"/>
              <a:t>KPI Calculations</a:t>
            </a:r>
          </a:p>
          <a:p>
            <a:r>
              <a:rPr sz="3200" dirty="0"/>
              <a:t>Comparative Sales Analysis</a:t>
            </a:r>
          </a:p>
          <a:p>
            <a:r>
              <a:rPr sz="3200" dirty="0"/>
              <a:t>Retail Category Performance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99457"/>
          </a:xfrm>
        </p:spPr>
        <p:txBody>
          <a:bodyPr/>
          <a:lstStyle/>
          <a:p>
            <a:pPr algn="ctr"/>
            <a:r>
              <a:rPr dirty="0"/>
              <a:t>KPIs /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347858" cy="3880773"/>
          </a:xfrm>
        </p:spPr>
        <p:txBody>
          <a:bodyPr>
            <a:normAutofit/>
          </a:bodyPr>
          <a:lstStyle/>
          <a:p>
            <a:r>
              <a:rPr sz="3200" dirty="0"/>
              <a:t>Total Sales</a:t>
            </a:r>
          </a:p>
          <a:p>
            <a:r>
              <a:rPr sz="3200" dirty="0"/>
              <a:t>Average Sales per Transaction</a:t>
            </a:r>
          </a:p>
          <a:p>
            <a:r>
              <a:rPr sz="3200" dirty="0"/>
              <a:t>Number of Items Sold</a:t>
            </a:r>
          </a:p>
          <a:p>
            <a:r>
              <a:rPr sz="3200" dirty="0"/>
              <a:t>Average Customer Rating</a:t>
            </a:r>
          </a:p>
          <a:p>
            <a:r>
              <a:rPr sz="3200" dirty="0"/>
              <a:t>Category and outlet performance metrics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467601" cy="3880773"/>
          </a:xfrm>
        </p:spPr>
        <p:txBody>
          <a:bodyPr>
            <a:normAutofit/>
          </a:bodyPr>
          <a:lstStyle/>
          <a:p>
            <a:r>
              <a:rPr sz="2800" dirty="0"/>
              <a:t>Total sales reached $1.2M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Regular fat products generate 65% revenue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Fruits &amp; Vegetables highly efficient category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Medium outlets generate 42% of sales</a:t>
            </a:r>
          </a:p>
          <a:p>
            <a:r>
              <a:rPr sz="2800" dirty="0"/>
              <a:t>Tier 3 locations outperform others</a:t>
            </a:r>
            <a:r>
              <a:rPr lang="en-US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239001" cy="3880773"/>
          </a:xfrm>
        </p:spPr>
        <p:txBody>
          <a:bodyPr>
            <a:normAutofit/>
          </a:bodyPr>
          <a:lstStyle/>
          <a:p>
            <a:r>
              <a:rPr sz="2800" dirty="0"/>
              <a:t>Expand high performing categories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Reduce slow moving SKUs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Increase basket value through bundles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Improve customer experience and ratings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/>
              <a:t>Expand medium outlets in Tier 3 markets</a:t>
            </a:r>
            <a:r>
              <a:rPr lang="en-US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Microsoft Excel</a:t>
            </a:r>
          </a:p>
          <a:p>
            <a:r>
              <a:rPr sz="3200" dirty="0"/>
              <a:t>Pivot Tables</a:t>
            </a:r>
          </a:p>
          <a:p>
            <a:r>
              <a:rPr sz="3200" dirty="0"/>
              <a:t>Data Cleaning Techniques</a:t>
            </a:r>
          </a:p>
          <a:p>
            <a:r>
              <a:rPr sz="3200" dirty="0"/>
              <a:t>Data Visualization</a:t>
            </a:r>
          </a:p>
          <a:p>
            <a:r>
              <a:rPr sz="3200" dirty="0"/>
              <a:t>Dashboard Design</a:t>
            </a:r>
          </a:p>
          <a:p>
            <a:r>
              <a:rPr sz="3200" dirty="0"/>
              <a:t>Business Intelligence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145E8-CBC4-448D-47BC-8A3D77DD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1" y="2351313"/>
            <a:ext cx="7478487" cy="2645229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86693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304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BlinkIt Retail Sales Analytics</vt:lpstr>
      <vt:lpstr>Project Overview</vt:lpstr>
      <vt:lpstr>Problem Statement</vt:lpstr>
      <vt:lpstr>Dataset Description</vt:lpstr>
      <vt:lpstr>Data Preparation</vt:lpstr>
      <vt:lpstr>Data Modeling</vt:lpstr>
      <vt:lpstr>Techniques Used</vt:lpstr>
      <vt:lpstr>KPIs / Metrics</vt:lpstr>
      <vt:lpstr>Key Insights</vt:lpstr>
      <vt:lpstr>Business Recommendations</vt:lpstr>
      <vt:lpstr>Tools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2026-03-10T05:25:09Z</dcterms:modified>
  <cp:category/>
</cp:coreProperties>
</file>